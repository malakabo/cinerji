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190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0F3460">
              <a:alpha val="8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548640"/>
            <a:ext cx="1828800" cy="1828800"/>
          </a:xfrm>
          <a:prstGeom prst="ellipse">
            <a:avLst/>
          </a:prstGeom>
          <a:solidFill>
            <a:srgbClr val="7B8CDE">
              <a:alpha val="45000"/>
            </a:srgbClr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73152" cy="2377440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344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MoviesApp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713232" y="2240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7B8CDE"/>
                </a:solidFill>
              </a:rPr>
              <a:t>Application Android de recommandation de films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26791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BEC5"/>
                </a:solidFill>
              </a:rPr>
              <a:t>enrichie par l'Intelligence Artificielle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3232" y="3246120"/>
            <a:ext cx="1609344" cy="301752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24612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8CDE"/>
                </a:solidFill>
              </a:rPr>
              <a:t>Java / Android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14016" y="3246120"/>
            <a:ext cx="1609344" cy="301752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14016" y="324612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8CDE"/>
                </a:solidFill>
              </a:rPr>
              <a:t>FastAPI / Docker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0" y="3246120"/>
            <a:ext cx="1609344" cy="301752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324612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8CDE"/>
                </a:solidFill>
              </a:rPr>
              <a:t>Supabase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15584" y="3246120"/>
            <a:ext cx="1609344" cy="301752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5584" y="324612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8CDE"/>
                </a:solidFill>
              </a:rPr>
              <a:t>Ollama / Llama3.2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516368" y="3246120"/>
            <a:ext cx="1609344" cy="301752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3246120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8CDE"/>
                </a:solidFill>
              </a:rPr>
              <a:t>DeepFace IA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4526280"/>
            <a:ext cx="91440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5445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Réalisé par : Malak Aboulethar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45445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Encadrant : Bousmah Mohammed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45445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</a:rPr>
              <a:t>EMSI — 4ème Année  |  2024/2025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Sommaire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005840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521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8CDE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1521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Présentation de l'application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DE"/>
                </a:solidFill>
              </a:rPr>
              <a:t>Objectif, fonctionnalités clés et public cible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097280"/>
            <a:ext cx="64008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1521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700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11521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Technologies utilisées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15544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DE"/>
                </a:solidFill>
              </a:rPr>
              <a:t>Frontend, Backend, IA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04288"/>
            <a:ext cx="64008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591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AF50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2359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Architecture générale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7614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DE"/>
                </a:solidFill>
              </a:rPr>
              <a:t>Vue globale des composants du système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2304288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304288"/>
            <a:ext cx="64008" cy="10058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3591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9800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32120" y="2359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Diagramme de Cas d'Utilisation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27614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DE"/>
                </a:solidFill>
              </a:rPr>
              <a:t>Acteurs et fonctionnalités UML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511296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11296"/>
            <a:ext cx="64008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566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1560" y="3566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Diagrammes de Séquence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96849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DE"/>
                </a:solidFill>
              </a:rPr>
              <a:t>Connexion utilisateur &amp; Recommandation IA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511296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511296"/>
            <a:ext cx="64008" cy="100584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566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C27B0"/>
                </a:solidFill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32120" y="3566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Diagramme de Classes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396849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DE"/>
                </a:solidFill>
              </a:rPr>
              <a:t>Structure statique du code Android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Présentation de l'Application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7240"/>
            <a:ext cx="64008" cy="914400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MoviesApp est une application Android qui permet aux utilisateurs de découvrir des films, d'obtenir des recommandations personnalisées grâce à l'IA locale, de détecter leur âge via la caméra et de trouver les cinémas proches de leur position.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16213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842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984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8CDE"/>
                </a:solidFill>
              </a:rPr>
              <a:t>Catalogue de films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Films populaires, tendances et top notés via TMDB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64408" y="187452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16213E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9842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58768" y="1984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Recherche avancée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2423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Recherche textuelle et vocale (ML Kit)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08776" y="187452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16213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9842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03136" y="1984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</a:rPr>
              <a:t>Scanner d'affiches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45936" y="2423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Identification de films par photo (ML Kit)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29184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16213E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01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34015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</a:rPr>
              <a:t>Chatbot 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Recommandations Llama3.2 avec filtre d'âge DeepFace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4408" y="329184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3401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58768" y="34015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Cinémas proches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01568" y="3840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Géolocalisation et carte Google Maps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08776" y="329184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16213E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3401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03136" y="34015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27B0"/>
                </a:solidFill>
              </a:rPr>
              <a:t>Authentification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45936" y="3840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Inscription et connexion sécurisée via Supabase JWT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Technologies — Frontend Android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20624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64008" cy="10972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89611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9800">
              <a:alpha val="3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9800"/>
                </a:solidFill>
              </a:rPr>
              <a:t>Android Studio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00200" y="8778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Java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12618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Langage principal et IDE de développement Android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20624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822960"/>
            <a:ext cx="64008" cy="1097280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89611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7B8CDE">
              <a:alpha val="30000"/>
            </a:srgbClr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8CDE"/>
                </a:solidFill>
              </a:rPr>
              <a:t>AndroidX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35040" y="8778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RecyclerView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12618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Affichage performant de la liste de films avec CardView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148840"/>
            <a:ext cx="420624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148840"/>
            <a:ext cx="64008" cy="10972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" y="222199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4CAF50">
              <a:alpha val="3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221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CAF50"/>
                </a:solidFill>
              </a:rPr>
              <a:t>4.x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00200" y="2203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Glide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2587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Chargement et mise en cache des affiches de films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420624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148840"/>
            <a:ext cx="64008" cy="10972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9472" y="222199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D700">
              <a:alpha val="3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221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700"/>
                </a:solidFill>
              </a:rPr>
              <a:t>1.x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35040" y="2203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Volley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9472" y="2587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Gestion des requêtes HTTP vers le backend et APIs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420624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474720"/>
            <a:ext cx="64008" cy="10972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" y="354787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E74C3C">
              <a:alpha val="3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74C3C"/>
                </a:solidFill>
              </a:rPr>
              <a:t>Google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600200" y="35295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 Kit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Reconnaissance vocale et scan d'affiches par caméra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474720"/>
            <a:ext cx="420624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474720"/>
            <a:ext cx="64008" cy="10972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9472" y="354787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2196F3">
              <a:alpha val="3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196F3"/>
                </a:solidFill>
              </a:rPr>
              <a:t>18.x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35040" y="35295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Google Maps SDK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19472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Carte interactive et géolocalisation GPS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Technologies — Backend &amp; IA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20624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64008" cy="10972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89611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4CAF50">
              <a:alpha val="3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CAF50"/>
                </a:solidFill>
              </a:rPr>
              <a:t>0.110.0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00200" y="8778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12618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Framework Python pour l'API REST — rapide et auto-documenté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20624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822960"/>
            <a:ext cx="64008" cy="10972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89611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2196F3">
              <a:alpha val="3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196F3"/>
                </a:solidFill>
              </a:rPr>
              <a:t>29.4.2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35040" y="8778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12618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Conteneurisation du backend pour un déploiement portable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148840"/>
            <a:ext cx="420624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148840"/>
            <a:ext cx="64008" cy="109728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" y="222199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9C27B0">
              <a:alpha val="30000"/>
            </a:srgbClr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221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27B0"/>
                </a:solidFill>
              </a:rPr>
              <a:t>1.2.0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00200" y="2203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Supabase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2587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Base de données PostgreSQL + authentification JWT sécurisée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420624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148840"/>
            <a:ext cx="64008" cy="10972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9472" y="222199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E74C3C">
              <a:alpha val="3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221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74C3C"/>
                </a:solidFill>
              </a:rPr>
              <a:t>2.0 GB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35040" y="2203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Ollama / Llama3.2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9472" y="2587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LLM local pour les recommandations de films sans cloud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420624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474720"/>
            <a:ext cx="64008" cy="10972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" y="354787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9800">
              <a:alpha val="3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9800"/>
                </a:solidFill>
              </a:rPr>
              <a:t>0.0.79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600200" y="35295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DeepFace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Estimation de l'âge à partir d'une photo pour filtrer les films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474720"/>
            <a:ext cx="420624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474720"/>
            <a:ext cx="64008" cy="1097280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9472" y="354787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7B8CDE">
              <a:alpha val="30000"/>
            </a:srgbClr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8CDE"/>
                </a:solidFill>
              </a:rPr>
              <a:t>4.8 / 4.1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35040" y="35295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OpenCV + Bcrypt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19472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Traitement d'images et hashage sécurisé des mots de passe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Architecture Générale du Système</a:t>
            </a:r>
            <a:endParaRPr lang="en-US" sz="1900" dirty="0"/>
          </a:p>
        </p:txBody>
      </p:sp>
      <p:pic>
        <p:nvPicPr>
          <p:cNvPr id="6" name="Image 0" descr="/home/claude/diagra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49808"/>
            <a:ext cx="8961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Architecture — Composants &amp; Rôles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5196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64008" cy="1188720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68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8CDE"/>
                </a:solidFill>
              </a:rPr>
              <a:t>Frontend Android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Java + Android Studio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4447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Interface mobile, RecyclerView, Maps SDK, ML Kit, Volley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25196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804672"/>
            <a:ext cx="64008" cy="1188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868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</a:rPr>
              <a:t>Backend FastAPI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188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Python + Docker (port 8000)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19472" y="14447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Chef d'orchestre : reçoit toutes les requêtes et les distribue aux bons services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425196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194560"/>
            <a:ext cx="64008" cy="118872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258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27B0"/>
                </a:solidFill>
              </a:rPr>
              <a:t>Supabase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25786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PostgreSQL + Auth JWT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" y="2834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Stockage des utilisateurs et authentification sécurisée par tokens JWT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194560"/>
            <a:ext cx="425196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194560"/>
            <a:ext cx="64008" cy="1188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258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</a:rPr>
              <a:t>Ollama / Llama3.2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25786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LLM local (port 11434)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19472" y="2834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Génération de recommandations de films personnalisées, sans passer par le cloud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584448"/>
            <a:ext cx="425196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584448"/>
            <a:ext cx="64008" cy="11887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648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800"/>
                </a:solidFill>
              </a:rPr>
              <a:t>TMDB API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" y="39684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API externe gratuite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Source principale des données films : affiches, synopsis, trailers, tendances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584448"/>
            <a:ext cx="425196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584448"/>
            <a:ext cx="64008" cy="1188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648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</a:rPr>
              <a:t>Google APIs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39684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Maps + Places + GPS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19472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Carte interactive et recherche des cinémas proches de l'utilisateur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Diagramme de Cas d'Utilisation</a:t>
            </a:r>
            <a:endParaRPr lang="en-US" sz="1900" dirty="0"/>
          </a:p>
        </p:txBody>
      </p:sp>
      <p:pic>
        <p:nvPicPr>
          <p:cNvPr id="6" name="Image 0" descr="/home/claude/diagram_use_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49808"/>
            <a:ext cx="8961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Cas d'Utilisation — Explication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6858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Ce diagramme présente l'ensemble des fonctionnalités de MoviesApp du point de vue de l'utilisateur final, en identifiant deux acteurs principaux et leurs interactions avec le système.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4069080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0020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Utilisateur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406908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29968"/>
            <a:ext cx="64008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299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S'inscrire / Se connecter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688336"/>
            <a:ext cx="406908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88336"/>
            <a:ext cx="64008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883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Consulter et rechercher des films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346704"/>
            <a:ext cx="406908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346704"/>
            <a:ext cx="64008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467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Scanner une affiche de film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406908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005072"/>
            <a:ext cx="64008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05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Voir le détail et regarder le trailer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1600200"/>
            <a:ext cx="40690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60020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Système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029968"/>
            <a:ext cx="406908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029968"/>
            <a:ext cx="64008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0299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Recommandations IA (Llama3.2)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688336"/>
            <a:ext cx="406908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688336"/>
            <a:ext cx="64008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6883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Détection d'âge (DeepFace)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3346704"/>
            <a:ext cx="406908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346704"/>
            <a:ext cx="64008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3467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Recherche vocale (ML Kit)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4005072"/>
            <a:ext cx="406908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4005072"/>
            <a:ext cx="64008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4005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Trouver les cinémas proches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Diagramme de Séquence — Connexion Utilisateur</a:t>
            </a:r>
            <a:endParaRPr lang="en-US" sz="1900" dirty="0"/>
          </a:p>
        </p:txBody>
      </p:sp>
      <p:pic>
        <p:nvPicPr>
          <p:cNvPr id="6" name="Image 0" descr="/home/claude/diagram_sequence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49808"/>
            <a:ext cx="8961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Connexion — Flux d'authentification JWT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64008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41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</a:rPr>
              <a:t>Étape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72768" y="841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Utilisateur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521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Saisit email + mot de passe et clique 'Se connecter'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09344"/>
            <a:ext cx="859536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09344"/>
            <a:ext cx="64008" cy="658368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8CDE"/>
                </a:solidFill>
              </a:rPr>
              <a:t>Étape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72768" y="16459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LoginActivity → FastAPI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1956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Envoi d'une requête POST /login avec les credentials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859536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414016"/>
            <a:ext cx="64008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450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</a:rPr>
              <a:t>Étape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72768" y="24505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 → Supabase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2761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Vérification des credentials dans la base 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18688"/>
            <a:ext cx="859536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218688"/>
            <a:ext cx="64008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2552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800"/>
                </a:solidFill>
              </a:rPr>
              <a:t>Étape 5–6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72768" y="32552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Supabase → Application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3566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Génération et retour du token JWT signé jusqu'à l'app mobile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023360"/>
            <a:ext cx="859536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023360"/>
            <a:ext cx="64008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059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</a:rPr>
              <a:t>Étape 7–8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72768" y="40599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Stockage du token (SharedPreferences) et redirection vers MainActivity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Diagramme de Séquence — Recommandation IA &amp; Détection d'Âge</a:t>
            </a:r>
            <a:endParaRPr lang="en-US" sz="1900" dirty="0"/>
          </a:p>
        </p:txBody>
      </p:sp>
      <p:pic>
        <p:nvPicPr>
          <p:cNvPr id="6" name="Image 0" descr="/home/claude/diagram_sequence_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49808"/>
            <a:ext cx="8961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IA — Deux fonctionnalités enchaînées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📷  Phase 1 — Détection d'âge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416052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64008" cy="5486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1.  Prise de photo via la caméra Android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865376"/>
            <a:ext cx="416052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65376"/>
            <a:ext cx="64008" cy="5486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6537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2.  POST /detect-age {image base64} → FastAPI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523744"/>
            <a:ext cx="416052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23744"/>
            <a:ext cx="64008" cy="5486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2374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3.  DeepFace analyse le visage et estime l'âge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182112"/>
            <a:ext cx="416052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82112"/>
            <a:ext cx="64008" cy="5486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821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4.  Résultat affiché : Majeur / Mineur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777240"/>
            <a:ext cx="41605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Phase 2 — Recommandation 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207008"/>
            <a:ext cx="416052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207008"/>
            <a:ext cx="64008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2070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1.  Utilisateur pose une question au chatbot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865376"/>
            <a:ext cx="416052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865376"/>
            <a:ext cx="64008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86537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2.  POST /chat {message + filtre âge} → FastAPI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523744"/>
            <a:ext cx="416052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523744"/>
            <a:ext cx="64008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52374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3.  Llama3.2 via Ollama génère la réponse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182112"/>
            <a:ext cx="4160520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182112"/>
            <a:ext cx="64008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1821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4.  Films recommandés selon le profil âge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B8CDE"/>
                </a:solidFill>
              </a:rPr>
              <a:t>Les deux phases sont complémentaires : le résultat de la détection d'âge conditionne directement les recommandations générées.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Diagramme de Classes</a:t>
            </a:r>
            <a:endParaRPr lang="en-US" sz="1900" dirty="0"/>
          </a:p>
        </p:txBody>
      </p:sp>
      <p:pic>
        <p:nvPicPr>
          <p:cNvPr id="6" name="Image 0" descr="/home/claude/diagram_clas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749808"/>
            <a:ext cx="90525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Classes — Rôles principaux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0624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64008" cy="731520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50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8CDE"/>
                </a:solidFill>
              </a:rPr>
              <a:t>MyMovieData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704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Modèle de données représentant un film (id, nom, date, image)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36592" y="804672"/>
            <a:ext cx="420624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6592" y="804672"/>
            <a:ext cx="64008" cy="731520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850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8CDE"/>
                </a:solidFill>
              </a:rPr>
              <a:t>MyMovieAdapter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01184" y="11704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Gestion de la liste RecyclerView avec filtrage dynamique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420624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719072"/>
            <a:ext cx="64008" cy="7315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764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MainActivity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0848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Écran principal : chargement des films, recherche vocale, caméra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36592" y="1719072"/>
            <a:ext cx="420624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6592" y="1719072"/>
            <a:ext cx="64008" cy="7315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1764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MovieDetailActivity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01184" y="20848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Détail film, trailer YouTube, carte cinémas proches (Maps)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633472"/>
            <a:ext cx="420624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633472"/>
            <a:ext cx="64008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</a:rPr>
              <a:t>LoginActivity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2999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Authentification utilisateur via FastAPI et Supabase JWT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2633472"/>
            <a:ext cx="420624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2633472"/>
            <a:ext cx="64008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</a:rPr>
              <a:t>RegisterActivity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01184" y="2999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Inscription d'un nouvel utilisateur dans la base Supabase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547872"/>
            <a:ext cx="420624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547872"/>
            <a:ext cx="64008" cy="7315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593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</a:rPr>
              <a:t>ChatActivity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" y="39136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Chatbot IA : caméra, détection d'âge DeepFace, messages Llama3.2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3547872"/>
            <a:ext cx="420624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3547872"/>
            <a:ext cx="64008" cy="7315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593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</a:rPr>
              <a:t>ChatMessage / ChatAdapter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01184" y="39136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Modèle et affichage des messages dans le RecyclerView du chat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468880" y="4462272"/>
            <a:ext cx="420624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68880" y="4462272"/>
            <a:ext cx="64008" cy="731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33472" y="4507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VideoPlayer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633472" y="48280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Lecture du trailer en plein écran via WebView YouTube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926080"/>
            <a:ext cx="3200400" cy="3200400"/>
          </a:xfrm>
          <a:prstGeom prst="ellipse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286000" cy="2286000"/>
          </a:xfrm>
          <a:prstGeom prst="ellipse">
            <a:avLst/>
          </a:prstGeom>
          <a:solidFill>
            <a:srgbClr val="7B8CDE">
              <a:alpha val="45000"/>
            </a:srgbClr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77240"/>
            <a:ext cx="73152" cy="2011680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749808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13232" y="1600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B8CDE"/>
                </a:solidFill>
              </a:rPr>
              <a:t>MoviesApp combine des technologies modernes pour offrir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19659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B8CDE"/>
                </a:solidFill>
              </a:rPr>
              <a:t>une expérience cinéma enrichie par l'Intelligence Artificielle.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" y="2651760"/>
            <a:ext cx="219456" cy="21945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63347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Architecture full-stack moderne : Android + FastAPI + Supabase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" y="3182112"/>
            <a:ext cx="219456" cy="21945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16382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IA locale et privée avec Ollama / Llama3.2 (sans cloud)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" y="3712464"/>
            <a:ext cx="219456" cy="219456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69417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Détection d'âge en temps réel via DeepFace + filtre de contenu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" y="4242816"/>
            <a:ext cx="219456" cy="21945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2245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Intégration de 5 APIs externes : TMDB, Google Maps, Places, Supabase, Ollama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4736592"/>
            <a:ext cx="9144000" cy="29260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736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Malak Aboulethar  |  Encadrant : Bousmah Mohammed  |  EMSI — 4ème Année 2024/2025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960</Words>
  <Application>Microsoft Office PowerPoint</Application>
  <PresentationFormat>On-screen Show (16:9)</PresentationFormat>
  <Paragraphs>208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MoviesApp — Présentation</dc:title>
  <dc:subject>PptxGenJS Presentation</dc:subject>
  <dc:creator>PptxGenJS</dc:creator>
  <cp:lastModifiedBy>Malak Ab</cp:lastModifiedBy>
  <cp:revision>2</cp:revision>
  <dcterms:created xsi:type="dcterms:W3CDTF">2026-05-19T09:45:24Z</dcterms:created>
  <dcterms:modified xsi:type="dcterms:W3CDTF">2026-05-19T09:49:34Z</dcterms:modified>
</cp:coreProperties>
</file>